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Churn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Customer Intelligence | Python + SQL | Portfolio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Subscription cancellations reduce recurring revenue.</a:t>
            </a:r>
          </a:p>
          <a:p>
            <a:pPr/>
            <a:r>
              <a:t>Goal: measure churn, compare customer segments, and recommend retention actions.</a:t>
            </a:r>
          </a:p>
          <a:p>
            <a:pPr/>
            <a:r>
              <a:t>Churn is defined as a populated cancellation_date.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SQLite tables: db_customer, db_subscription, db_support.</a:t>
            </a:r>
          </a:p>
          <a:p>
            <a:pPr/>
            <a:r>
              <a:t>Python: pandas, NumPy, Matplotlib, Seaborn.</a:t>
            </a:r>
          </a:p>
          <a:p>
            <a:pPr/>
            <a:r>
              <a:t>Support interactions aggregated by customer before joining.</a:t>
            </a:r>
          </a:p>
          <a:p>
            <a:pPr/>
            <a:r>
              <a:t>Engineered churn status, tenure, churn month, risk tier, and revenue-at-risk fields.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Customers analyzed: 21</a:t>
            </a:r>
          </a:p>
          <a:p>
            <a:pPr/>
            <a:r>
              <a:t>Churned customers: 6</a:t>
            </a:r>
          </a:p>
          <a:p>
            <a:pPr/>
            <a:r>
              <a:t>Churn rate: 28.57%</a:t>
            </a:r>
          </a:p>
          <a:p>
            <a:pPr/>
            <a:r>
              <a:t>Retention rate: 71.43%</a:t>
            </a:r>
          </a:p>
          <a:p>
            <a:pPr/>
            <a:r>
              <a:t>Average tenure: 1028.7 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Status</a:t>
            </a:r>
          </a:p>
        </p:txBody>
      </p:sp>
      <p:pic>
        <p:nvPicPr>
          <p:cNvPr id="3" name="Picture 2" descr="churn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by Contract Type</a:t>
            </a:r>
          </a:p>
        </p:txBody>
      </p:sp>
      <p:pic>
        <p:nvPicPr>
          <p:cNvPr id="3" name="Picture 2" descr="churn_by_con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by Plan Type</a:t>
            </a:r>
          </a:p>
        </p:txBody>
      </p:sp>
      <p:pic>
        <p:nvPicPr>
          <p:cNvPr id="3" name="Picture 2" descr="churn_by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Prioritize high-risk active customers for retention outreach.</a:t>
            </a:r>
          </a:p>
          <a:p>
            <a:pPr/>
            <a:r>
              <a:t>Investigate cancellation reasons and support escalations.</a:t>
            </a:r>
          </a:p>
          <a:p>
            <a:pPr/>
            <a:r>
              <a:t>Compare contract and plan groups before changing pricing.</a:t>
            </a:r>
          </a:p>
          <a:p>
            <a:pPr/>
            <a:r>
              <a:t>Monitor monthly churn after interventions.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Small sample: 21 customer/subscription rows and 9 support interactions.</a:t>
            </a:r>
          </a:p>
          <a:p>
            <a:pPr/>
            <a:r>
              <a:t>Segment differences are directional, not statistically conclusive.</a:t>
            </a:r>
          </a:p>
          <a:p>
            <a:pPr/>
            <a:r>
              <a:t>Validate with a larger and more recent dataset.</a:t>
            </a:r>
          </a:p>
          <a:p>
            <a:pPr/>
            <a:r>
              <a:t>Confirm currency and reporting period before claiming financial impact.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